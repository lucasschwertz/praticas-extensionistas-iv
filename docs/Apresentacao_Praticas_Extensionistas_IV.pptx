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0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4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1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25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36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3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1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2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3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9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9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86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4739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23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93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2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90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5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1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Lucasschwertz/praticas-extensionistas-iv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file:///C:\An&#195;&#161;lise%20e%20Desenvolvimento%20de%20Sistemas\Fase%204\PR&#195;&#129;TICAS%20EXTENSIONISTAS%20IV%20-%20EAD54-12\praticas-extensionistas-iv\web\index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file:///C:\An&#195;&#161;lise%20e%20Desenvolvimento%20de%20Sistemas\Fase%204\PR&#195;&#129;TICAS%20EXTENSIONISTAS%20IV%20-%20EAD54-12\praticas-extensionistas-iv\mobile\index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aticas-api.onrender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aticas-api.onrender.com/dado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155" y="334963"/>
            <a:ext cx="7315796" cy="1693862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latin typeface="Gill Sans Ultra Bold" panose="020B0A02020104020203" pitchFamily="34" charset="0"/>
              </a:rPr>
              <a:t>Projeto Práticas Extensionistas IV   MVP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154" y="4467221"/>
            <a:ext cx="7429499" cy="1495427"/>
          </a:xfrm>
        </p:spPr>
        <p:txBody>
          <a:bodyPr>
            <a:normAutofit/>
          </a:bodyPr>
          <a:lstStyle/>
          <a:p>
            <a:r>
              <a:rPr lang="pt-BR" sz="1800" dirty="0"/>
              <a:t>Aluno: Lucas Schwertz</a:t>
            </a:r>
          </a:p>
          <a:p>
            <a:r>
              <a:rPr lang="pt-BR" sz="1800" dirty="0"/>
              <a:t>Professor: Jean Carlos </a:t>
            </a:r>
            <a:r>
              <a:rPr lang="pt-BR" sz="1800" dirty="0" err="1"/>
              <a:t>Hennrichs</a:t>
            </a:r>
            <a:endParaRPr lang="pt-BR" sz="1800" dirty="0"/>
          </a:p>
          <a:p>
            <a:r>
              <a:rPr lang="pt-BR" sz="1800" dirty="0"/>
              <a:t>Instituição: UNOESC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ABA9DF-F3CB-4F61-A3F4-88A101E48BF0}"/>
              </a:ext>
            </a:extLst>
          </p:cNvPr>
          <p:cNvSpPr txBox="1">
            <a:spLocks/>
          </p:cNvSpPr>
          <p:nvPr/>
        </p:nvSpPr>
        <p:spPr>
          <a:xfrm>
            <a:off x="617933" y="3009899"/>
            <a:ext cx="8287940" cy="838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200" b="1" dirty="0">
                <a:latin typeface="Gill Sans Ultra Bold" panose="020B0A02020104020203" pitchFamily="34" charset="0"/>
              </a:rPr>
              <a:t>Plataforma ERP – Web, Mobile e API Cloud</a:t>
            </a:r>
          </a:p>
          <a:p>
            <a:pPr algn="ctr"/>
            <a:endParaRPr lang="pt-BR" sz="3200" b="1" dirty="0">
              <a:latin typeface="Gill Sans Ultra Bold" panose="020B0A020201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08943"/>
            <a:ext cx="7943849" cy="54353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Problema a ser resolvido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1104900"/>
            <a:ext cx="7381875" cy="1057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dirty="0"/>
              <a:t>✔ Criar uma solução integrada Web + Mobile</a:t>
            </a:r>
            <a:br>
              <a:rPr lang="pt-BR" sz="1600" dirty="0"/>
            </a:br>
            <a:r>
              <a:rPr lang="pt-BR" sz="1600" dirty="0"/>
              <a:t>✔ Conectar tudo a uma API real</a:t>
            </a:r>
            <a:br>
              <a:rPr lang="pt-BR" sz="1600" dirty="0"/>
            </a:br>
            <a:r>
              <a:rPr lang="pt-BR" sz="1600" dirty="0"/>
              <a:t>✔ Garantir responsividade e funcionamento completo</a:t>
            </a:r>
            <a:endParaRPr sz="2000" dirty="0">
              <a:solidFill>
                <a:srgbClr val="00206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E5388A8-7D9D-40A3-A5D4-BC1787C96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99" y="2371725"/>
            <a:ext cx="8792802" cy="3934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353425" cy="923925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SOLUÇÃO PROPOSTA</a:t>
            </a:r>
            <a:endParaRPr sz="6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149" y="923926"/>
            <a:ext cx="6305551" cy="1238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/>
              <a:t>✔ Interface Web responsiva e funcional</a:t>
            </a:r>
            <a:br>
              <a:rPr lang="pt-BR" sz="1600" dirty="0"/>
            </a:br>
            <a:r>
              <a:rPr lang="pt-BR" sz="1600" dirty="0"/>
              <a:t>✔ Aplicativo Mobile Funcional</a:t>
            </a:r>
            <a:br>
              <a:rPr lang="pt-BR" sz="1600" dirty="0"/>
            </a:br>
            <a:r>
              <a:rPr lang="pt-BR" sz="1600" dirty="0"/>
              <a:t>✔ API na nuvem integrada</a:t>
            </a:r>
            <a:br>
              <a:rPr lang="pt-BR" sz="1600" dirty="0"/>
            </a:br>
            <a:r>
              <a:rPr lang="pt-BR" sz="1600" dirty="0"/>
              <a:t>✔ Organização completa no GitHub</a:t>
            </a:r>
            <a:endParaRPr sz="2000" b="1" dirty="0">
              <a:solidFill>
                <a:srgbClr val="00206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2F88D4-0D1E-479A-9828-8DFB74D9A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2026074"/>
            <a:ext cx="9144000" cy="37964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020" y="0"/>
            <a:ext cx="6913959" cy="895957"/>
          </a:xfrm>
        </p:spPr>
        <p:txBody>
          <a:bodyPr>
            <a:normAutofit/>
          </a:bodyPr>
          <a:lstStyle/>
          <a:p>
            <a:r>
              <a:rPr lang="pt-BR" sz="3200" dirty="0"/>
              <a:t>LINK DO PROJETO</a:t>
            </a:r>
            <a:endParaRPr sz="5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735012"/>
            <a:ext cx="7171730" cy="360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1600" dirty="0">
                <a:hlinkClick r:id="rId2"/>
              </a:rPr>
              <a:t>https://github.com/Lucasschwertz/praticas-extensionistas-iv</a:t>
            </a:r>
            <a:endParaRPr lang="pt-BR" sz="1600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58C040-FFD2-4067-ADC9-49AEE9849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4102"/>
            <a:ext cx="9144000" cy="258447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3FC78ED-C046-47D4-ABC6-9ED49D247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8581"/>
            <a:ext cx="9144000" cy="3011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111" y="-120767"/>
            <a:ext cx="6382940" cy="830997"/>
          </a:xfrm>
        </p:spPr>
        <p:txBody>
          <a:bodyPr/>
          <a:lstStyle/>
          <a:p>
            <a:pPr algn="ctr"/>
            <a:r>
              <a:rPr lang="pt-BR" dirty="0"/>
              <a:t>MVP WEB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76823F-1FB9-4AED-A890-5DECC2650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2924" y="598733"/>
            <a:ext cx="61436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600" dirty="0"/>
              <a:t>✔ Cards, tabela ERP e integração com API</a:t>
            </a:r>
            <a:br>
              <a:rPr lang="pt-BR" sz="1600" dirty="0"/>
            </a:br>
            <a:r>
              <a:rPr lang="pt-BR" sz="1600" dirty="0"/>
              <a:t>✔ Layout moderno</a:t>
            </a:r>
            <a:br>
              <a:rPr lang="pt-BR" sz="1600" dirty="0"/>
            </a:br>
            <a:r>
              <a:rPr lang="pt-BR" sz="1600" dirty="0"/>
              <a:t>✔ Botão “Chamar API”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46CB47-F3D3-478D-803A-761D5A87F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24" y="1430401"/>
            <a:ext cx="7715250" cy="5334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-238732"/>
            <a:ext cx="7429499" cy="1478570"/>
          </a:xfrm>
        </p:spPr>
        <p:txBody>
          <a:bodyPr/>
          <a:lstStyle/>
          <a:p>
            <a:pPr algn="ctr"/>
            <a:r>
              <a:rPr lang="pt-BR" dirty="0"/>
              <a:t>RESPONSIVIDADE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835" y="1241425"/>
            <a:ext cx="7429499" cy="3541714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✔ Web ajustado para qualquer tela</a:t>
            </a:r>
            <a:br>
              <a:rPr lang="pt-BR" dirty="0"/>
            </a:br>
            <a:r>
              <a:rPr lang="pt-BR" dirty="0"/>
              <a:t>✔ Layout adaptado automaticamente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800" dirty="0">
                <a:solidFill>
                  <a:srgbClr val="FF000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file:///C:/An%C3%A1lise%20e%20Desenvolvimento%20de%20Sistemas/Fase%204/PR%C3%81TICAS%20EXTENSIONISTAS%20IV%20-%20EAD54-12/praticas-extensionistas-iv/web/index.html</a:t>
            </a:r>
            <a:endParaRPr lang="pt-BR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119" y="104168"/>
            <a:ext cx="6954440" cy="762607"/>
          </a:xfrm>
        </p:spPr>
        <p:txBody>
          <a:bodyPr/>
          <a:lstStyle/>
          <a:p>
            <a:pPr algn="ctr"/>
            <a:r>
              <a:rPr lang="pt-BR" dirty="0"/>
              <a:t>APLICATIVO MOBILE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31" y="782637"/>
            <a:ext cx="4621720" cy="5360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✔ </a:t>
            </a:r>
            <a:r>
              <a:rPr lang="pt-BR" dirty="0" err="1"/>
              <a:t>Splash</a:t>
            </a:r>
            <a:r>
              <a:rPr lang="pt-BR" dirty="0"/>
              <a:t> </a:t>
            </a:r>
            <a:r>
              <a:rPr lang="pt-BR" dirty="0" err="1"/>
              <a:t>screen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✔ </a:t>
            </a:r>
            <a:r>
              <a:rPr lang="pt-BR" dirty="0" err="1"/>
              <a:t>Skeleton</a:t>
            </a:r>
            <a:r>
              <a:rPr lang="pt-BR" dirty="0"/>
              <a:t> </a:t>
            </a:r>
            <a:r>
              <a:rPr lang="pt-BR" dirty="0" err="1"/>
              <a:t>loading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✔ Menu com ícones</a:t>
            </a:r>
          </a:p>
          <a:p>
            <a:pPr marL="0" indent="0">
              <a:buNone/>
            </a:pPr>
            <a:r>
              <a:rPr lang="pt-BR" dirty="0"/>
              <a:t>✔ Status da API em tempo real</a:t>
            </a:r>
          </a:p>
          <a:p>
            <a:pPr marL="0" indent="0">
              <a:buNone/>
            </a:pPr>
            <a:r>
              <a:rPr lang="pt-BR" dirty="0"/>
              <a:t>✔ Botão flutuante (FAB)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600" dirty="0">
                <a:solidFill>
                  <a:srgbClr val="FF000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file:///C:/An%C3%A1lise%20e%20Desenvolvimento%20de%20Sistemas/Fase%204/PR%C3%81TICAS%20EXTENSIONISTAS%20IV%20-%20EAD54-12/praticas-extensionistas-iv/mobile/index.html</a:t>
            </a:r>
            <a:endParaRPr lang="pt-BR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5D79A80-A3EC-4210-80E3-A887D30BD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894" y="706437"/>
            <a:ext cx="2972875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010" y="8918"/>
            <a:ext cx="7429499" cy="753082"/>
          </a:xfrm>
        </p:spPr>
        <p:txBody>
          <a:bodyPr/>
          <a:lstStyle/>
          <a:p>
            <a:pPr algn="ctr"/>
            <a:r>
              <a:rPr lang="pt-BR" dirty="0"/>
              <a:t>API CLOUD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573497"/>
            <a:ext cx="5230415" cy="11291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1600" dirty="0"/>
              <a:t>✔ API em </a:t>
            </a:r>
            <a:r>
              <a:rPr lang="pt-BR" sz="1600" dirty="0" err="1"/>
              <a:t>Flask</a:t>
            </a:r>
            <a:br>
              <a:rPr lang="pt-BR" sz="1600" dirty="0"/>
            </a:br>
            <a:r>
              <a:rPr lang="pt-BR" sz="1600" dirty="0"/>
              <a:t>✔ CORS habilitado</a:t>
            </a:r>
            <a:br>
              <a:rPr lang="pt-BR" sz="1600" dirty="0"/>
            </a:br>
            <a:r>
              <a:rPr lang="pt-BR" sz="1600" dirty="0"/>
              <a:t>✔ Hospedada no Render</a:t>
            </a:r>
            <a:br>
              <a:rPr lang="pt-BR" sz="1600" dirty="0"/>
            </a:br>
            <a:r>
              <a:rPr lang="pt-BR" sz="1600" dirty="0"/>
              <a:t>✔ Endpoints disponíveis</a:t>
            </a:r>
            <a:endParaRPr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126F32-C06A-4C6B-8742-A55380310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0636"/>
            <a:ext cx="9144000" cy="33367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93E8B89-F156-4716-BAA5-041BD5396238}"/>
              </a:ext>
            </a:extLst>
          </p:cNvPr>
          <p:cNvSpPr txBox="1"/>
          <p:nvPr/>
        </p:nvSpPr>
        <p:spPr>
          <a:xfrm>
            <a:off x="1218009" y="5155344"/>
            <a:ext cx="71354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Links:</a:t>
            </a:r>
          </a:p>
          <a:p>
            <a:endParaRPr lang="pt-BR" sz="16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pt-BR" sz="1600" dirty="0"/>
              <a:t>🔗 API ROOT → </a:t>
            </a:r>
            <a:r>
              <a:rPr lang="pt-BR" sz="16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https://praticas-api.onrender.com/</a:t>
            </a:r>
            <a:endParaRPr lang="pt-BR" sz="1600" dirty="0">
              <a:solidFill>
                <a:srgbClr val="FF0000"/>
              </a:solidFill>
            </a:endParaRPr>
          </a:p>
          <a:p>
            <a:endParaRPr lang="pt-BR" sz="1600" dirty="0">
              <a:solidFill>
                <a:srgbClr val="FF0000"/>
              </a:solidFill>
            </a:endParaRPr>
          </a:p>
          <a:p>
            <a:r>
              <a:rPr lang="pt-BR" sz="1600" dirty="0"/>
              <a:t>🔗 /dados → </a:t>
            </a:r>
            <a:r>
              <a:rPr lang="pt-BR" sz="16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https://praticas-api.onrender.com/dados</a:t>
            </a:r>
            <a:endParaRPr lang="pt-BR" sz="1600" dirty="0">
              <a:solidFill>
                <a:srgbClr val="FF0000"/>
              </a:solidFill>
            </a:endParaRPr>
          </a:p>
          <a:p>
            <a:endParaRPr lang="pt-BR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F0A2B-E766-443E-B42F-D9900AFA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460" y="0"/>
            <a:ext cx="7344965" cy="885825"/>
          </a:xfrm>
        </p:spPr>
        <p:txBody>
          <a:bodyPr/>
          <a:lstStyle/>
          <a:p>
            <a:pPr algn="ctr"/>
            <a:r>
              <a:rPr lang="pt-BR" dirty="0"/>
              <a:t>INFRAESTRUTURA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9BE296-F2AC-44DF-9D3F-62D6E3698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6" y="906462"/>
            <a:ext cx="6991349" cy="11699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1600" dirty="0"/>
              <a:t>✔ GitHub (versionamento)</a:t>
            </a:r>
            <a:br>
              <a:rPr lang="pt-BR" sz="1600" dirty="0"/>
            </a:br>
            <a:r>
              <a:rPr lang="pt-BR" sz="1600" dirty="0"/>
              <a:t>✔ Render (</a:t>
            </a:r>
            <a:r>
              <a:rPr lang="pt-BR" sz="1600" dirty="0" err="1"/>
              <a:t>deploy</a:t>
            </a:r>
            <a:r>
              <a:rPr lang="pt-BR" sz="1600" dirty="0"/>
              <a:t> automático)</a:t>
            </a:r>
            <a:br>
              <a:rPr lang="pt-BR" sz="1600" dirty="0"/>
            </a:br>
            <a:r>
              <a:rPr lang="pt-BR" sz="1600" dirty="0"/>
              <a:t>✔ </a:t>
            </a:r>
            <a:r>
              <a:rPr lang="pt-BR" sz="1600" dirty="0" err="1"/>
              <a:t>Flask</a:t>
            </a:r>
            <a:r>
              <a:rPr lang="pt-BR" sz="1600" dirty="0"/>
              <a:t> (API)</a:t>
            </a:r>
            <a:br>
              <a:rPr lang="pt-BR" sz="1600" dirty="0"/>
            </a:br>
            <a:r>
              <a:rPr lang="pt-BR" sz="1600" dirty="0"/>
              <a:t>✔ HTML/CSS/JS (Web + Mobile)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81FE79-A5B9-4AB1-8520-9012F9F94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2285717"/>
            <a:ext cx="890711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74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833C3-E477-46A5-B8BE-BB501BC9C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967" y="8918"/>
            <a:ext cx="7002065" cy="629257"/>
          </a:xfrm>
        </p:spPr>
        <p:txBody>
          <a:bodyPr/>
          <a:lstStyle/>
          <a:p>
            <a:pPr algn="ctr"/>
            <a:r>
              <a:rPr lang="pt-BR" dirty="0"/>
              <a:t>ENCERRAMENTO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01D9FD-0498-41C9-AC77-6BCEF43AA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735" y="649287"/>
            <a:ext cx="7611665" cy="8842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1600" dirty="0"/>
              <a:t>✔ Projeto completo</a:t>
            </a:r>
            <a:br>
              <a:rPr lang="pt-BR" sz="1600" dirty="0"/>
            </a:br>
            <a:r>
              <a:rPr lang="pt-BR" sz="1600" dirty="0"/>
              <a:t>✔ Web + Mobile + API</a:t>
            </a:r>
            <a:br>
              <a:rPr lang="pt-BR" sz="1600" dirty="0"/>
            </a:br>
            <a:r>
              <a:rPr lang="pt-BR" sz="1600" dirty="0"/>
              <a:t>✔ 100% funcional e responsivo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5A61B2-C2F0-42E5-B524-AD01853E6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90244"/>
            <a:ext cx="9144000" cy="250601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CE3BD8C-F263-446E-A070-5EF77DBDB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0569"/>
            <a:ext cx="9144000" cy="269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09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Vermelho Laranj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114</TotalTime>
  <Words>327</Words>
  <Application>Microsoft Office PowerPoint</Application>
  <PresentationFormat>Apresentação na tela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Gill Sans Ultra Bold</vt:lpstr>
      <vt:lpstr>Circuito</vt:lpstr>
      <vt:lpstr>Projeto Práticas Extensionistas IV   MVP Completo</vt:lpstr>
      <vt:lpstr>Problema a ser resolvido</vt:lpstr>
      <vt:lpstr>SOLUÇÃO PROPOSTA</vt:lpstr>
      <vt:lpstr>LINK DO PROJETO</vt:lpstr>
      <vt:lpstr>MVP WEB</vt:lpstr>
      <vt:lpstr>RESPONSIVIDADE </vt:lpstr>
      <vt:lpstr>APLICATIVO MOBILE</vt:lpstr>
      <vt:lpstr>API CLOUD</vt:lpstr>
      <vt:lpstr>INFRAESTRUTURA </vt:lpstr>
      <vt:lpstr>ENCERRAMENTO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Práticas Extensionistas IV   MVP Completo</dc:title>
  <dc:subject/>
  <dc:creator/>
  <cp:keywords/>
  <dc:description>generated using python-pptx</dc:description>
  <cp:lastModifiedBy>lucas schwertz</cp:lastModifiedBy>
  <cp:revision>10</cp:revision>
  <dcterms:created xsi:type="dcterms:W3CDTF">2013-01-27T09:14:16Z</dcterms:created>
  <dcterms:modified xsi:type="dcterms:W3CDTF">2025-11-29T19:13:59Z</dcterms:modified>
  <cp:category/>
</cp:coreProperties>
</file>